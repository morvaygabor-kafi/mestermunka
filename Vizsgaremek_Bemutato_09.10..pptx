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mkUN+n/SmXSItTnCy0YzKDEr3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8aaa95a1_0_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fa8aaa95a1_0_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fa8aaa95a1_0_0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vizsgaremek bemutatása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457200" y="1051560"/>
            <a:ext cx="5540477" cy="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636348" y="1371600"/>
            <a:ext cx="5497383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Magánóvoda informatikai hálózatának tervezése és kivitelezése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0000" y="1274550"/>
            <a:ext cx="5081925" cy="347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vizsgaremek bemutatása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457200" y="1065407"/>
            <a:ext cx="5521500" cy="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2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4537" y="1274542"/>
            <a:ext cx="5497383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 txBox="1"/>
          <p:nvPr/>
        </p:nvSpPr>
        <p:spPr>
          <a:xfrm>
            <a:off x="427025" y="2423150"/>
            <a:ext cx="54975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Készítette: Morvay Gábor, Morvay Róbert, Suszter Enikő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alkalmazásüzemeltető technikus képzés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2026. szeptember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Mi a célom?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3"/>
          <p:cNvCxnSpPr/>
          <p:nvPr/>
        </p:nvCxnSpPr>
        <p:spPr>
          <a:xfrm>
            <a:off x="457200" y="1051560"/>
            <a:ext cx="2525400" cy="15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3"/>
          <p:cNvSpPr/>
          <p:nvPr/>
        </p:nvSpPr>
        <p:spPr>
          <a:xfrm>
            <a:off x="428685" y="1144500"/>
            <a:ext cx="7850777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Biztonságos, jól menedzselhető hálózat kialakítása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Valós, életszerű informatikai probléma megoldása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Kétszintes magánóvoda IT infrastruktúrája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Modern oktatás és biztonság ötvözése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Megrendelői elvárások és kihívások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4"/>
          <p:cNvCxnSpPr/>
          <p:nvPr/>
        </p:nvCxnSpPr>
        <p:spPr>
          <a:xfrm flipH="1" rot="10800000">
            <a:off x="457200" y="1036260"/>
            <a:ext cx="7372200" cy="153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64008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Nyílt oktatás és zárt pénzügy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Adatvédelem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Stabil okostábla kapcsolat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Külön Wi‑Fi hálózatok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Jogosultságkezelt fájlszerver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Mit építettem fel?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457200" y="1051560"/>
            <a:ext cx="3657600" cy="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5"/>
          <p:cNvSpPr/>
          <p:nvPr/>
        </p:nvSpPr>
        <p:spPr>
          <a:xfrm>
            <a:off x="640079" y="1371600"/>
            <a:ext cx="9688909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Hierarchikus LAN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VLAN + VLSM a hálózat logikai szegmentációjának kialakításához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Redundáns eszközök STP technológiával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ACL és Port Security a hozzáférés szabályozására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Telephely integrálás VPN technológiával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Hálózati felépítés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6"/>
          <p:cNvCxnSpPr/>
          <p:nvPr/>
        </p:nvCxnSpPr>
        <p:spPr>
          <a:xfrm>
            <a:off x="457200" y="1051560"/>
            <a:ext cx="3592800" cy="19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6"/>
          <p:cNvSpPr/>
          <p:nvPr/>
        </p:nvSpPr>
        <p:spPr>
          <a:xfrm>
            <a:off x="457205" y="2140375"/>
            <a:ext cx="56694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Cisco 4331 Router</a:t>
            </a:r>
            <a:endParaRPr b="0" i="0" sz="2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2× Cisco 3560 L3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2× Cisco 2960 L2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6 VLAN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885" y="1679570"/>
            <a:ext cx="5577840" cy="2728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Eszköztár és protokollok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7"/>
          <p:cNvCxnSpPr/>
          <p:nvPr/>
        </p:nvCxnSpPr>
        <p:spPr>
          <a:xfrm>
            <a:off x="457200" y="1051560"/>
            <a:ext cx="4880400" cy="10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7"/>
          <p:cNvSpPr/>
          <p:nvPr/>
        </p:nvSpPr>
        <p:spPr>
          <a:xfrm>
            <a:off x="457200" y="1632850"/>
            <a:ext cx="5106300" cy="34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Packet Tracerben modellezett:</a:t>
            </a:r>
            <a:b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VLSM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HSRP és STP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ACL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Windows &amp; Linux szerver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245" y="1280159"/>
            <a:ext cx="5499755" cy="4336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8"/>
          <p:cNvCxnSpPr/>
          <p:nvPr/>
        </p:nvCxnSpPr>
        <p:spPr>
          <a:xfrm>
            <a:off x="457200" y="1051560"/>
            <a:ext cx="4598100" cy="15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8"/>
          <p:cNvSpPr/>
          <p:nvPr/>
        </p:nvSpPr>
        <p:spPr>
          <a:xfrm>
            <a:off x="640075" y="1371600"/>
            <a:ext cx="5669400" cy="3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Tervezés</a:t>
            </a:r>
            <a:endParaRPr b="0" i="0" sz="2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Szimulált kiépítés</a:t>
            </a:r>
            <a:endParaRPr b="0" i="0" sz="2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Konfiguráció:</a:t>
            </a:r>
            <a:endParaRPr b="0" i="0" sz="2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Routerek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Core switchek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Access switchek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STP beállítás</a:t>
            </a:r>
            <a:endParaRPr b="0" i="0" sz="2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Hibaelhárítás és validáció</a:t>
            </a:r>
            <a:endParaRPr b="0" i="0" sz="2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 Dokumentáció készítés</a:t>
            </a:r>
            <a:endParaRPr b="0" i="0" sz="2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9"/>
          <p:cNvCxnSpPr/>
          <p:nvPr/>
        </p:nvCxnSpPr>
        <p:spPr>
          <a:xfrm>
            <a:off x="457200" y="1051560"/>
            <a:ext cx="4615800" cy="19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9"/>
          <p:cNvSpPr/>
          <p:nvPr/>
        </p:nvSpPr>
        <p:spPr>
          <a:xfrm>
            <a:off x="64008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Tervezés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5441" y="1280159"/>
            <a:ext cx="6169627" cy="3905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8aaa95a1_0_0"/>
          <p:cNvSpPr/>
          <p:nvPr/>
        </p:nvSpPr>
        <p:spPr>
          <a:xfrm>
            <a:off x="0" y="0"/>
            <a:ext cx="12189000" cy="164700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a8aaa95a1_0_0"/>
          <p:cNvSpPr/>
          <p:nvPr/>
        </p:nvSpPr>
        <p:spPr>
          <a:xfrm>
            <a:off x="457200" y="320040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g3fa8aaa95a1_0_0"/>
          <p:cNvCxnSpPr/>
          <p:nvPr/>
        </p:nvCxnSpPr>
        <p:spPr>
          <a:xfrm>
            <a:off x="457200" y="1051560"/>
            <a:ext cx="4615800" cy="19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g3fa8aaa95a1_0_0"/>
          <p:cNvSpPr/>
          <p:nvPr/>
        </p:nvSpPr>
        <p:spPr>
          <a:xfrm>
            <a:off x="640080" y="1371600"/>
            <a:ext cx="56694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Szimulált kiépítés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g3fa8aaa95a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6146" y="1371599"/>
            <a:ext cx="10841678" cy="53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10"/>
          <p:cNvCxnSpPr/>
          <p:nvPr/>
        </p:nvCxnSpPr>
        <p:spPr>
          <a:xfrm>
            <a:off x="457200" y="1051560"/>
            <a:ext cx="4606800" cy="19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0"/>
          <p:cNvSpPr/>
          <p:nvPr/>
        </p:nvSpPr>
        <p:spPr>
          <a:xfrm>
            <a:off x="596932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Router konfiguráció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1510" y="1051560"/>
            <a:ext cx="5418490" cy="5456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1"/>
          <p:cNvCxnSpPr/>
          <p:nvPr/>
        </p:nvCxnSpPr>
        <p:spPr>
          <a:xfrm>
            <a:off x="457200" y="1051560"/>
            <a:ext cx="4659900" cy="10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11"/>
          <p:cNvSpPr/>
          <p:nvPr/>
        </p:nvSpPr>
        <p:spPr>
          <a:xfrm>
            <a:off x="68580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Core switchek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1953" y="1280159"/>
            <a:ext cx="5830244" cy="2926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12"/>
          <p:cNvCxnSpPr/>
          <p:nvPr/>
        </p:nvCxnSpPr>
        <p:spPr>
          <a:xfrm flipH="1" rot="10800000">
            <a:off x="457200" y="1044360"/>
            <a:ext cx="4642200" cy="7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2"/>
          <p:cNvSpPr/>
          <p:nvPr/>
        </p:nvSpPr>
        <p:spPr>
          <a:xfrm>
            <a:off x="68580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Access switchek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1010" y="987179"/>
            <a:ext cx="5265190" cy="3751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13"/>
          <p:cNvCxnSpPr/>
          <p:nvPr/>
        </p:nvCxnSpPr>
        <p:spPr>
          <a:xfrm>
            <a:off x="457200" y="1051560"/>
            <a:ext cx="4686300" cy="10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13"/>
          <p:cNvSpPr/>
          <p:nvPr/>
        </p:nvSpPr>
        <p:spPr>
          <a:xfrm>
            <a:off x="68580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 STP beállítás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1575" y="1165850"/>
            <a:ext cx="7730374" cy="45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Hibaelhárítás és validálás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14"/>
          <p:cNvCxnSpPr/>
          <p:nvPr/>
        </p:nvCxnSpPr>
        <p:spPr>
          <a:xfrm>
            <a:off x="457200" y="1051560"/>
            <a:ext cx="5197800" cy="19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4"/>
          <p:cNvSpPr/>
          <p:nvPr/>
        </p:nvSpPr>
        <p:spPr>
          <a:xfrm>
            <a:off x="64008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Ping tesztek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ACL teszt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STP ellenőrzés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Hibaelhárítás és validálás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15"/>
          <p:cNvCxnSpPr/>
          <p:nvPr/>
        </p:nvCxnSpPr>
        <p:spPr>
          <a:xfrm>
            <a:off x="457200" y="1051560"/>
            <a:ext cx="5189100" cy="19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5"/>
          <p:cNvSpPr/>
          <p:nvPr/>
        </p:nvSpPr>
        <p:spPr>
          <a:xfrm>
            <a:off x="64008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Ping tesztek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0702" y="1280158"/>
            <a:ext cx="7206471" cy="4614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Hibaelhárítás és validálás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16"/>
          <p:cNvCxnSpPr/>
          <p:nvPr/>
        </p:nvCxnSpPr>
        <p:spPr>
          <a:xfrm>
            <a:off x="457200" y="1051560"/>
            <a:ext cx="5197800" cy="19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6"/>
          <p:cNvSpPr/>
          <p:nvPr/>
        </p:nvSpPr>
        <p:spPr>
          <a:xfrm>
            <a:off x="64008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ACL teszt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6368" y="1238155"/>
            <a:ext cx="8966304" cy="2968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Hibaelhárítás és validálás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7"/>
          <p:cNvCxnSpPr/>
          <p:nvPr/>
        </p:nvCxnSpPr>
        <p:spPr>
          <a:xfrm>
            <a:off x="457200" y="1051560"/>
            <a:ext cx="5206800" cy="19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17"/>
          <p:cNvSpPr/>
          <p:nvPr/>
        </p:nvSpPr>
        <p:spPr>
          <a:xfrm>
            <a:off x="541680" y="2256950"/>
            <a:ext cx="56694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STP teszt -&gt; Switch1: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Eredmény -&gt;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Interface Role  Sts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               Gi0/1       Root  FWD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               Gi0/2       Altn   BLK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3994" y="1594560"/>
            <a:ext cx="6199523" cy="3907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Összegzés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8"/>
          <p:cNvCxnSpPr/>
          <p:nvPr/>
        </p:nvCxnSpPr>
        <p:spPr>
          <a:xfrm flipH="1" rot="10800000">
            <a:off x="457200" y="1035360"/>
            <a:ext cx="2128800" cy="16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8"/>
          <p:cNvSpPr/>
          <p:nvPr/>
        </p:nvSpPr>
        <p:spPr>
          <a:xfrm>
            <a:off x="640075" y="1371600"/>
            <a:ext cx="11088600" cy="44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Összességében sikerült kialakítani egy korszerű, szegmentált, </a:t>
            </a:r>
            <a:b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redundáns és biztonságos intézményi hálózatot kialakítani.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projekt során elsajátítottam: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 logikai tervezést.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L2 és L3 protokollok összefüggéseit.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Dokumentáció szerepét.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Továbbfejlesztési lehetőségek főbb ismereteit.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cap="flat" cmpd="sng" w="12700">
            <a:solidFill>
              <a:srgbClr val="0B3D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Köszönöm a figyelmet!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9"/>
          <p:cNvCxnSpPr/>
          <p:nvPr/>
        </p:nvCxnSpPr>
        <p:spPr>
          <a:xfrm>
            <a:off x="457200" y="1051560"/>
            <a:ext cx="4704000" cy="10200"/>
          </a:xfrm>
          <a:prstGeom prst="straightConnector1">
            <a:avLst/>
          </a:prstGeom>
          <a:noFill/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9"/>
          <p:cNvSpPr/>
          <p:nvPr/>
        </p:nvSpPr>
        <p:spPr>
          <a:xfrm>
            <a:off x="64008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Köszönöm a figyelmüket, az oktatóim</a:t>
            </a:r>
            <a:endParaRPr b="0" i="0" sz="2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és a vizsgabizottság támogatását!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4537" y="1274542"/>
            <a:ext cx="5497383" cy="347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2026-08-25T11:33:06Z</dcterms:created>
  <dc:creator>Gabor Morvay</dc:creator>
</cp:coreProperties>
</file>