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jmkUN+n/SmXSItTnCy0YzKDEr3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8357F-CF82-4C95-804B-A169E1AB0A0D}" v="20" dt="2026-09-11T07:55:21.315"/>
    <p1510:client id="{BCFA607C-BA92-4E63-8293-225621820D3E}" v="4" dt="2026-09-11T11:08:17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or Morvay" userId="26f0d1e6-3861-4f95-9e8d-94c66e648429" providerId="ADAL" clId="{AE0369FD-B62F-47FA-9D6F-E68E8ED1083E}"/>
    <pc:docChg chg="undo custSel addSld modSld sldOrd">
      <pc:chgData name="Gabor Morvay" userId="26f0d1e6-3861-4f95-9e8d-94c66e648429" providerId="ADAL" clId="{AE0369FD-B62F-47FA-9D6F-E68E8ED1083E}" dt="2026-09-11T11:18:24.217" v="252" actId="14100"/>
      <pc:docMkLst>
        <pc:docMk/>
      </pc:docMkLst>
      <pc:sldChg chg="modSp mod">
        <pc:chgData name="Gabor Morvay" userId="26f0d1e6-3861-4f95-9e8d-94c66e648429" providerId="ADAL" clId="{AE0369FD-B62F-47FA-9D6F-E68E8ED1083E}" dt="2026-09-11T11:00:06.818" v="161" actId="14100"/>
        <pc:sldMkLst>
          <pc:docMk/>
          <pc:sldMk cId="0" sldId="257"/>
        </pc:sldMkLst>
        <pc:spChg chg="mod">
          <ac:chgData name="Gabor Morvay" userId="26f0d1e6-3861-4f95-9e8d-94c66e648429" providerId="ADAL" clId="{AE0369FD-B62F-47FA-9D6F-E68E8ED1083E}" dt="2026-09-11T11:00:01.539" v="160" actId="20577"/>
          <ac:spMkLst>
            <pc:docMk/>
            <pc:sldMk cId="0" sldId="257"/>
            <ac:spMk id="29" creationId="{00000000-0000-0000-0000-000000000000}"/>
          </ac:spMkLst>
        </pc:spChg>
        <pc:cxnChg chg="mod">
          <ac:chgData name="Gabor Morvay" userId="26f0d1e6-3861-4f95-9e8d-94c66e648429" providerId="ADAL" clId="{AE0369FD-B62F-47FA-9D6F-E68E8ED1083E}" dt="2026-09-11T11:00:06.818" v="161" actId="14100"/>
          <ac:cxnSpMkLst>
            <pc:docMk/>
            <pc:sldMk cId="0" sldId="257"/>
            <ac:cxnSpMk id="30" creationId="{00000000-0000-0000-0000-000000000000}"/>
          </ac:cxnSpMkLst>
        </pc:cxnChg>
      </pc:sldChg>
      <pc:sldChg chg="modSp mod">
        <pc:chgData name="Gabor Morvay" userId="26f0d1e6-3861-4f95-9e8d-94c66e648429" providerId="ADAL" clId="{AE0369FD-B62F-47FA-9D6F-E68E8ED1083E}" dt="2026-09-11T11:04:14.734" v="185" actId="20577"/>
        <pc:sldMkLst>
          <pc:docMk/>
          <pc:sldMk cId="0" sldId="258"/>
        </pc:sldMkLst>
        <pc:spChg chg="mod">
          <ac:chgData name="Gabor Morvay" userId="26f0d1e6-3861-4f95-9e8d-94c66e648429" providerId="ADAL" clId="{AE0369FD-B62F-47FA-9D6F-E68E8ED1083E}" dt="2026-09-11T11:04:14.734" v="185" actId="20577"/>
          <ac:spMkLst>
            <pc:docMk/>
            <pc:sldMk cId="0" sldId="258"/>
            <ac:spMk id="41" creationId="{00000000-0000-0000-0000-000000000000}"/>
          </ac:spMkLst>
        </pc:spChg>
      </pc:sldChg>
      <pc:sldChg chg="modSp mod">
        <pc:chgData name="Gabor Morvay" userId="26f0d1e6-3861-4f95-9e8d-94c66e648429" providerId="ADAL" clId="{AE0369FD-B62F-47FA-9D6F-E68E8ED1083E}" dt="2026-09-11T11:16:02.266" v="245" actId="6549"/>
        <pc:sldMkLst>
          <pc:docMk/>
          <pc:sldMk cId="0" sldId="260"/>
        </pc:sldMkLst>
        <pc:spChg chg="mod">
          <ac:chgData name="Gabor Morvay" userId="26f0d1e6-3861-4f95-9e8d-94c66e648429" providerId="ADAL" clId="{AE0369FD-B62F-47FA-9D6F-E68E8ED1083E}" dt="2026-09-11T11:16:02.266" v="245" actId="6549"/>
          <ac:spMkLst>
            <pc:docMk/>
            <pc:sldMk cId="0" sldId="260"/>
            <ac:spMk id="59" creationId="{00000000-0000-0000-0000-000000000000}"/>
          </ac:spMkLst>
        </pc:spChg>
        <pc:spChg chg="mod">
          <ac:chgData name="Gabor Morvay" userId="26f0d1e6-3861-4f95-9e8d-94c66e648429" providerId="ADAL" clId="{AE0369FD-B62F-47FA-9D6F-E68E8ED1083E}" dt="2026-09-11T07:43:56.136" v="6" actId="1076"/>
          <ac:spMkLst>
            <pc:docMk/>
            <pc:sldMk cId="0" sldId="260"/>
            <ac:spMk id="61" creationId="{00000000-0000-0000-0000-000000000000}"/>
          </ac:spMkLst>
        </pc:spChg>
      </pc:sldChg>
      <pc:sldChg chg="addSp delSp modSp mod">
        <pc:chgData name="Gabor Morvay" userId="26f0d1e6-3861-4f95-9e8d-94c66e648429" providerId="ADAL" clId="{AE0369FD-B62F-47FA-9D6F-E68E8ED1083E}" dt="2026-09-11T07:46:17.879" v="26" actId="167"/>
        <pc:sldMkLst>
          <pc:docMk/>
          <pc:sldMk cId="0" sldId="261"/>
        </pc:sldMkLst>
        <pc:spChg chg="add del">
          <ac:chgData name="Gabor Morvay" userId="26f0d1e6-3861-4f95-9e8d-94c66e648429" providerId="ADAL" clId="{AE0369FD-B62F-47FA-9D6F-E68E8ED1083E}" dt="2026-09-11T07:44:40.252" v="13" actId="22"/>
          <ac:spMkLst>
            <pc:docMk/>
            <pc:sldMk cId="0" sldId="261"/>
            <ac:spMk id="3" creationId="{C9D88E5C-BBAD-49B7-A493-C5418545E604}"/>
          </ac:spMkLst>
        </pc:spChg>
        <pc:spChg chg="mod">
          <ac:chgData name="Gabor Morvay" userId="26f0d1e6-3861-4f95-9e8d-94c66e648429" providerId="ADAL" clId="{AE0369FD-B62F-47FA-9D6F-E68E8ED1083E}" dt="2026-09-11T07:45:03.410" v="22"/>
          <ac:spMkLst>
            <pc:docMk/>
            <pc:sldMk cId="0" sldId="261"/>
            <ac:spMk id="70" creationId="{00000000-0000-0000-0000-000000000000}"/>
          </ac:spMkLst>
        </pc:spChg>
        <pc:picChg chg="add mod ord">
          <ac:chgData name="Gabor Morvay" userId="26f0d1e6-3861-4f95-9e8d-94c66e648429" providerId="ADAL" clId="{AE0369FD-B62F-47FA-9D6F-E68E8ED1083E}" dt="2026-09-11T07:46:17.879" v="26" actId="167"/>
          <ac:picMkLst>
            <pc:docMk/>
            <pc:sldMk cId="0" sldId="261"/>
            <ac:picMk id="5" creationId="{7E1217DB-DB15-2335-A97C-47428CBEF9B0}"/>
          </ac:picMkLst>
        </pc:picChg>
      </pc:sldChg>
      <pc:sldChg chg="modSp mod">
        <pc:chgData name="Gabor Morvay" userId="26f0d1e6-3861-4f95-9e8d-94c66e648429" providerId="ADAL" clId="{AE0369FD-B62F-47FA-9D6F-E68E8ED1083E}" dt="2026-09-11T07:48:12.941" v="36"/>
        <pc:sldMkLst>
          <pc:docMk/>
          <pc:sldMk cId="0" sldId="262"/>
        </pc:sldMkLst>
        <pc:spChg chg="mod">
          <ac:chgData name="Gabor Morvay" userId="26f0d1e6-3861-4f95-9e8d-94c66e648429" providerId="ADAL" clId="{AE0369FD-B62F-47FA-9D6F-E68E8ED1083E}" dt="2026-09-11T07:48:12.941" v="36"/>
          <ac:spMkLst>
            <pc:docMk/>
            <pc:sldMk cId="0" sldId="262"/>
            <ac:spMk id="80" creationId="{00000000-0000-0000-0000-000000000000}"/>
          </ac:spMkLst>
        </pc:spChg>
      </pc:sldChg>
      <pc:sldChg chg="modSp mod">
        <pc:chgData name="Gabor Morvay" userId="26f0d1e6-3861-4f95-9e8d-94c66e648429" providerId="ADAL" clId="{AE0369FD-B62F-47FA-9D6F-E68E8ED1083E}" dt="2026-09-11T11:00:50.601" v="162" actId="20577"/>
        <pc:sldMkLst>
          <pc:docMk/>
          <pc:sldMk cId="0" sldId="265"/>
        </pc:sldMkLst>
        <pc:spChg chg="mod">
          <ac:chgData name="Gabor Morvay" userId="26f0d1e6-3861-4f95-9e8d-94c66e648429" providerId="ADAL" clId="{AE0369FD-B62F-47FA-9D6F-E68E8ED1083E}" dt="2026-09-11T11:00:50.601" v="162" actId="20577"/>
          <ac:spMkLst>
            <pc:docMk/>
            <pc:sldMk cId="0" sldId="265"/>
            <ac:spMk id="113" creationId="{00000000-0000-0000-0000-000000000000}"/>
          </ac:spMkLst>
        </pc:spChg>
      </pc:sldChg>
      <pc:sldChg chg="addSp delSp modSp mod">
        <pc:chgData name="Gabor Morvay" userId="26f0d1e6-3861-4f95-9e8d-94c66e648429" providerId="ADAL" clId="{AE0369FD-B62F-47FA-9D6F-E68E8ED1083E}" dt="2026-09-11T11:07:28.235" v="226"/>
        <pc:sldMkLst>
          <pc:docMk/>
          <pc:sldMk cId="0" sldId="266"/>
        </pc:sldMkLst>
        <pc:spChg chg="add del mod">
          <ac:chgData name="Gabor Morvay" userId="26f0d1e6-3861-4f95-9e8d-94c66e648429" providerId="ADAL" clId="{AE0369FD-B62F-47FA-9D6F-E68E8ED1083E}" dt="2026-09-11T11:07:28.235" v="226"/>
          <ac:spMkLst>
            <pc:docMk/>
            <pc:sldMk cId="0" sldId="266"/>
            <ac:spMk id="2" creationId="{ECDC1C5F-7D17-DF50-76B9-2C96E7764EEE}"/>
          </ac:spMkLst>
        </pc:spChg>
        <pc:spChg chg="mod">
          <ac:chgData name="Gabor Morvay" userId="26f0d1e6-3861-4f95-9e8d-94c66e648429" providerId="ADAL" clId="{AE0369FD-B62F-47FA-9D6F-E68E8ED1083E}" dt="2026-09-11T11:07:24.191" v="224" actId="20577"/>
          <ac:spMkLst>
            <pc:docMk/>
            <pc:sldMk cId="0" sldId="266"/>
            <ac:spMk id="123" creationId="{00000000-0000-0000-0000-000000000000}"/>
          </ac:spMkLst>
        </pc:spChg>
      </pc:sldChg>
      <pc:sldChg chg="modSp mod">
        <pc:chgData name="Gabor Morvay" userId="26f0d1e6-3861-4f95-9e8d-94c66e648429" providerId="ADAL" clId="{AE0369FD-B62F-47FA-9D6F-E68E8ED1083E}" dt="2026-09-11T11:07:48.098" v="228" actId="20577"/>
        <pc:sldMkLst>
          <pc:docMk/>
          <pc:sldMk cId="0" sldId="267"/>
        </pc:sldMkLst>
        <pc:spChg chg="mod">
          <ac:chgData name="Gabor Morvay" userId="26f0d1e6-3861-4f95-9e8d-94c66e648429" providerId="ADAL" clId="{AE0369FD-B62F-47FA-9D6F-E68E8ED1083E}" dt="2026-09-11T11:07:48.098" v="228" actId="20577"/>
          <ac:spMkLst>
            <pc:docMk/>
            <pc:sldMk cId="0" sldId="267"/>
            <ac:spMk id="135" creationId="{00000000-0000-0000-0000-000000000000}"/>
          </ac:spMkLst>
        </pc:spChg>
      </pc:sldChg>
      <pc:sldChg chg="modSp mod">
        <pc:chgData name="Gabor Morvay" userId="26f0d1e6-3861-4f95-9e8d-94c66e648429" providerId="ADAL" clId="{AE0369FD-B62F-47FA-9D6F-E68E8ED1083E}" dt="2026-09-11T11:08:02.755" v="233" actId="20577"/>
        <pc:sldMkLst>
          <pc:docMk/>
          <pc:sldMk cId="0" sldId="268"/>
        </pc:sldMkLst>
        <pc:spChg chg="mod">
          <ac:chgData name="Gabor Morvay" userId="26f0d1e6-3861-4f95-9e8d-94c66e648429" providerId="ADAL" clId="{AE0369FD-B62F-47FA-9D6F-E68E8ED1083E}" dt="2026-09-11T11:08:02.755" v="233" actId="20577"/>
          <ac:spMkLst>
            <pc:docMk/>
            <pc:sldMk cId="0" sldId="268"/>
            <ac:spMk id="147" creationId="{00000000-0000-0000-0000-000000000000}"/>
          </ac:spMkLst>
        </pc:spChg>
      </pc:sldChg>
      <pc:sldChg chg="addSp delSp modSp mod">
        <pc:chgData name="Gabor Morvay" userId="26f0d1e6-3861-4f95-9e8d-94c66e648429" providerId="ADAL" clId="{AE0369FD-B62F-47FA-9D6F-E68E8ED1083E}" dt="2026-09-11T11:18:24.217" v="252" actId="14100"/>
        <pc:sldMkLst>
          <pc:docMk/>
          <pc:sldMk cId="0" sldId="269"/>
        </pc:sldMkLst>
        <pc:spChg chg="mod">
          <ac:chgData name="Gabor Morvay" userId="26f0d1e6-3861-4f95-9e8d-94c66e648429" providerId="ADAL" clId="{AE0369FD-B62F-47FA-9D6F-E68E8ED1083E}" dt="2026-09-11T11:08:20.602" v="236" actId="20577"/>
          <ac:spMkLst>
            <pc:docMk/>
            <pc:sldMk cId="0" sldId="269"/>
            <ac:spMk id="159" creationId="{00000000-0000-0000-0000-000000000000}"/>
          </ac:spMkLst>
        </pc:spChg>
        <pc:spChg chg="del">
          <ac:chgData name="Gabor Morvay" userId="26f0d1e6-3861-4f95-9e8d-94c66e648429" providerId="ADAL" clId="{AE0369FD-B62F-47FA-9D6F-E68E8ED1083E}" dt="2026-09-11T11:18:04.258" v="247" actId="478"/>
          <ac:spMkLst>
            <pc:docMk/>
            <pc:sldMk cId="0" sldId="269"/>
            <ac:spMk id="160" creationId="{00000000-0000-0000-0000-000000000000}"/>
          </ac:spMkLst>
        </pc:spChg>
        <pc:spChg chg="del">
          <ac:chgData name="Gabor Morvay" userId="26f0d1e6-3861-4f95-9e8d-94c66e648429" providerId="ADAL" clId="{AE0369FD-B62F-47FA-9D6F-E68E8ED1083E}" dt="2026-09-11T11:18:09.105" v="248" actId="478"/>
          <ac:spMkLst>
            <pc:docMk/>
            <pc:sldMk cId="0" sldId="269"/>
            <ac:spMk id="161" creationId="{00000000-0000-0000-0000-000000000000}"/>
          </ac:spMkLst>
        </pc:spChg>
        <pc:picChg chg="add mod">
          <ac:chgData name="Gabor Morvay" userId="26f0d1e6-3861-4f95-9e8d-94c66e648429" providerId="ADAL" clId="{AE0369FD-B62F-47FA-9D6F-E68E8ED1083E}" dt="2026-09-11T11:18:24.217" v="252" actId="14100"/>
          <ac:picMkLst>
            <pc:docMk/>
            <pc:sldMk cId="0" sldId="269"/>
            <ac:picMk id="3" creationId="{CB946667-7E63-EBBE-0119-ACAA2D9A8BA9}"/>
          </ac:picMkLst>
        </pc:picChg>
        <pc:picChg chg="del mod">
          <ac:chgData name="Gabor Morvay" userId="26f0d1e6-3861-4f95-9e8d-94c66e648429" providerId="ADAL" clId="{AE0369FD-B62F-47FA-9D6F-E68E8ED1083E}" dt="2026-09-11T11:18:01.375" v="246" actId="478"/>
          <ac:picMkLst>
            <pc:docMk/>
            <pc:sldMk cId="0" sldId="269"/>
            <ac:picMk id="162" creationId="{00000000-0000-0000-0000-000000000000}"/>
          </ac:picMkLst>
        </pc:picChg>
      </pc:sldChg>
      <pc:sldChg chg="modSp mod">
        <pc:chgData name="Gabor Morvay" userId="26f0d1e6-3861-4f95-9e8d-94c66e648429" providerId="ADAL" clId="{AE0369FD-B62F-47FA-9D6F-E68E8ED1083E}" dt="2026-09-11T11:04:51.011" v="199" actId="6549"/>
        <pc:sldMkLst>
          <pc:docMk/>
          <pc:sldMk cId="0" sldId="274"/>
        </pc:sldMkLst>
        <pc:spChg chg="mod">
          <ac:chgData name="Gabor Morvay" userId="26f0d1e6-3861-4f95-9e8d-94c66e648429" providerId="ADAL" clId="{AE0369FD-B62F-47FA-9D6F-E68E8ED1083E}" dt="2026-09-11T11:04:51.011" v="199" actId="6549"/>
          <ac:spMkLst>
            <pc:docMk/>
            <pc:sldMk cId="0" sldId="274"/>
            <ac:spMk id="215" creationId="{00000000-0000-0000-0000-000000000000}"/>
          </ac:spMkLst>
        </pc:spChg>
      </pc:sldChg>
      <pc:sldChg chg="addSp modSp add mod ord">
        <pc:chgData name="Gabor Morvay" userId="26f0d1e6-3861-4f95-9e8d-94c66e648429" providerId="ADAL" clId="{AE0369FD-B62F-47FA-9D6F-E68E8ED1083E}" dt="2026-09-11T07:53:07.251" v="132" actId="1076"/>
        <pc:sldMkLst>
          <pc:docMk/>
          <pc:sldMk cId="3796682444" sldId="276"/>
        </pc:sldMkLst>
        <pc:spChg chg="mod">
          <ac:chgData name="Gabor Morvay" userId="26f0d1e6-3861-4f95-9e8d-94c66e648429" providerId="ADAL" clId="{AE0369FD-B62F-47FA-9D6F-E68E8ED1083E}" dt="2026-09-11T07:49:30.946" v="76" actId="20577"/>
          <ac:spMkLst>
            <pc:docMk/>
            <pc:sldMk cId="3796682444" sldId="276"/>
            <ac:spMk id="59" creationId="{3ECC99E5-53C6-395A-3815-7B7A35CD67ED}"/>
          </ac:spMkLst>
        </pc:spChg>
        <pc:spChg chg="mod">
          <ac:chgData name="Gabor Morvay" userId="26f0d1e6-3861-4f95-9e8d-94c66e648429" providerId="ADAL" clId="{AE0369FD-B62F-47FA-9D6F-E68E8ED1083E}" dt="2026-09-11T07:52:24.579" v="123" actId="20577"/>
          <ac:spMkLst>
            <pc:docMk/>
            <pc:sldMk cId="3796682444" sldId="276"/>
            <ac:spMk id="61" creationId="{B3FB554E-41C1-4A47-2F25-6DE425F68026}"/>
          </ac:spMkLst>
        </pc:spChg>
        <pc:picChg chg="add mod">
          <ac:chgData name="Gabor Morvay" userId="26f0d1e6-3861-4f95-9e8d-94c66e648429" providerId="ADAL" clId="{AE0369FD-B62F-47FA-9D6F-E68E8ED1083E}" dt="2026-09-11T07:53:07.251" v="132" actId="1076"/>
          <ac:picMkLst>
            <pc:docMk/>
            <pc:sldMk cId="3796682444" sldId="276"/>
            <ac:picMk id="4" creationId="{A388A0C6-7797-501A-B157-FA0D67B631AB}"/>
          </ac:picMkLst>
        </pc:picChg>
        <pc:cxnChg chg="mod">
          <ac:chgData name="Gabor Morvay" userId="26f0d1e6-3861-4f95-9e8d-94c66e648429" providerId="ADAL" clId="{AE0369FD-B62F-47FA-9D6F-E68E8ED1083E}" dt="2026-09-11T07:49:36.155" v="77" actId="14100"/>
          <ac:cxnSpMkLst>
            <pc:docMk/>
            <pc:sldMk cId="3796682444" sldId="276"/>
            <ac:cxnSpMk id="60" creationId="{03B2400F-8933-5A41-4E16-1C116102613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" name="Google Shape;38;p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p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p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2330B17B-B4F3-8CAB-0734-5588493D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>
            <a:extLst>
              <a:ext uri="{FF2B5EF4-FFF2-40B4-BE49-F238E27FC236}">
                <a16:creationId xmlns:a16="http://schemas.microsoft.com/office/drawing/2014/main" id="{E80D9781-E222-0F67-9618-24CAE306D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5:notes">
            <a:extLst>
              <a:ext uri="{FF2B5EF4-FFF2-40B4-BE49-F238E27FC236}">
                <a16:creationId xmlns:a16="http://schemas.microsoft.com/office/drawing/2014/main" id="{FD6B62FF-75B0-2EF5-70F8-D54B59FE6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5:notes">
            <a:extLst>
              <a:ext uri="{FF2B5EF4-FFF2-40B4-BE49-F238E27FC236}">
                <a16:creationId xmlns:a16="http://schemas.microsoft.com/office/drawing/2014/main" id="{931D70B2-F58D-B18C-34D6-B7CC74C277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606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8aaa95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fa8aaa95a1_0_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3fa8aaa95a1_0_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1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1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1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1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1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1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vizsgaremek bemutatása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457200" y="1051560"/>
            <a:ext cx="5540477" cy="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1"/>
          <p:cNvSpPr/>
          <p:nvPr/>
        </p:nvSpPr>
        <p:spPr>
          <a:xfrm>
            <a:off x="636348" y="1371600"/>
            <a:ext cx="5497383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Magánóvoda informatikai hálózatának tervezése és kivitelezése</a:t>
            </a:r>
            <a:endParaRPr sz="2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0000" y="1274550"/>
            <a:ext cx="5081925" cy="347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3800" b="1" i="0" u="none" strike="noStrike" cap="none" dirty="0" err="1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vizsgaremek</a:t>
            </a:r>
            <a:r>
              <a:rPr lang="en-US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800" b="1" i="0" u="none" strike="noStrike" cap="none" dirty="0" err="1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bemutatása</a:t>
            </a:r>
            <a:r>
              <a:rPr lang="hu-HU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 - készítők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2"/>
          <p:cNvCxnSpPr>
            <a:cxnSpLocks/>
          </p:cNvCxnSpPr>
          <p:nvPr/>
        </p:nvCxnSpPr>
        <p:spPr>
          <a:xfrm>
            <a:off x="457200" y="1065407"/>
            <a:ext cx="7543800" cy="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2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4537" y="1274542"/>
            <a:ext cx="5497383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 txBox="1"/>
          <p:nvPr/>
        </p:nvSpPr>
        <p:spPr>
          <a:xfrm>
            <a:off x="427025" y="2423150"/>
            <a:ext cx="54975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Készítette: Morvay Gábor, Morvay Róbert, Suszter Enikő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Informatikai rendszer- és alkalmazásüzemeltető technikus képzés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2026. szeptember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Mi </a:t>
            </a:r>
            <a:r>
              <a:rPr lang="hu-HU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volt a projekt</a:t>
            </a:r>
            <a:r>
              <a:rPr lang="en-US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800" b="1" i="0" u="none" strike="noStrike" cap="none" dirty="0" err="1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cél</a:t>
            </a:r>
            <a:r>
              <a:rPr lang="hu-HU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ja</a:t>
            </a:r>
            <a:r>
              <a:rPr lang="en-US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"/>
          <p:cNvCxnSpPr/>
          <p:nvPr/>
        </p:nvCxnSpPr>
        <p:spPr>
          <a:xfrm>
            <a:off x="457200" y="1051560"/>
            <a:ext cx="2525400" cy="15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3"/>
          <p:cNvSpPr/>
          <p:nvPr/>
        </p:nvSpPr>
        <p:spPr>
          <a:xfrm>
            <a:off x="428685" y="1144500"/>
            <a:ext cx="7850777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Biztonságos, jól menedzselhető hálózat kialakítása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Valós, életszerű informatikai probléma megoldása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Kétszintes magánóvoda IT infrastruktúrája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Modern oktatás és biztonság ötvözése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Megrendelői elvárások és kihívások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 rot="10800000" flipH="1">
            <a:off x="457200" y="1036260"/>
            <a:ext cx="7372200" cy="153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4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Nyílt oktatás és zárt pénzügy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Adatvédelem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Stabil okostábla kapcsolat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Külön Wi‑Fi hálózatok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Jogosultságkezelt fájlszerver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Mit </a:t>
            </a:r>
            <a:r>
              <a:rPr lang="en-US" sz="3800" b="1" i="0" u="none" strike="noStrike" cap="none" dirty="0" err="1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építet</a:t>
            </a:r>
            <a:r>
              <a:rPr lang="hu-HU" sz="3800" b="1" dirty="0" err="1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tünk</a:t>
            </a:r>
            <a:r>
              <a:rPr lang="en-US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800" b="1" i="0" u="none" strike="noStrike" cap="none" dirty="0" err="1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fel</a:t>
            </a:r>
            <a:r>
              <a:rPr lang="en-US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457200" y="1051560"/>
            <a:ext cx="3657600" cy="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5"/>
          <p:cNvSpPr/>
          <p:nvPr/>
        </p:nvSpPr>
        <p:spPr>
          <a:xfrm>
            <a:off x="457200" y="2039112"/>
            <a:ext cx="9688909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Hierarchikus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LAN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VLAN + VLSM a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hálózat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logikai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szegmentációjának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kialakításához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Redundáns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eszközök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STP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technológiával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ACL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és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Port Security a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hozzáférés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szabályozására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Telephely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integrálás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VPN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technológiával</a:t>
            </a:r>
            <a:endParaRPr lang="hu-HU" sz="2600" b="0" i="0" u="none" strike="noStrike" cap="none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Hardveres tűzfal (ASA) és DMZ zóna a publikus szolgáltatásokhoz</a:t>
            </a:r>
          </a:p>
          <a:p>
            <a:pPr lvl="0"/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OSPF dinamikus forgalomirányítás és NAT/PAT címfordítás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7E1217DB-DB15-2335-A97C-47428CBEF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764" y="3512439"/>
            <a:ext cx="3025521" cy="3025521"/>
          </a:xfrm>
          <a:prstGeom prst="rect">
            <a:avLst/>
          </a:prstGeom>
        </p:spPr>
      </p:pic>
      <p:sp>
        <p:nvSpPr>
          <p:cNvPr id="67" name="Google Shape;67;p6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Hálózati felépítés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457200" y="1051560"/>
            <a:ext cx="3592800" cy="19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6"/>
          <p:cNvSpPr/>
          <p:nvPr/>
        </p:nvSpPr>
        <p:spPr>
          <a:xfrm>
            <a:off x="457205" y="2140375"/>
            <a:ext cx="5669400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Cisco 4331 Router</a:t>
            </a:r>
            <a:endParaRPr sz="2600" b="0" i="0" u="none" strike="noStrike" cap="none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2× Cisco 3560 L3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2× Cisco 2960 L2</a:t>
            </a:r>
            <a:endParaRPr lang="hu-HU" sz="2600" b="0" i="0" u="none" strike="noStrike" cap="none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333333"/>
              </a:buClr>
              <a:buSzPts val="2600"/>
            </a:pP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Cisco ASA 5506-X Tűzfal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6 VLAN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1885" y="1679570"/>
            <a:ext cx="5577840" cy="2728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Eszköztár és protokollok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7"/>
          <p:cNvCxnSpPr/>
          <p:nvPr/>
        </p:nvCxnSpPr>
        <p:spPr>
          <a:xfrm>
            <a:off x="457200" y="1051560"/>
            <a:ext cx="4880400" cy="10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7"/>
          <p:cNvSpPr/>
          <p:nvPr/>
        </p:nvSpPr>
        <p:spPr>
          <a:xfrm>
            <a:off x="457200" y="1632850"/>
            <a:ext cx="5106300" cy="3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Packet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Tracerben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modellezett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VLSM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HSRP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és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STP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ACL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333333"/>
              </a:buClr>
              <a:buSzPts val="2600"/>
            </a:pPr>
            <a:r>
              <a:rPr lang="en-US" sz="28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OSPF (Dinamikus </a:t>
            </a:r>
            <a:r>
              <a:rPr lang="hu-HU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routing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lvl="0">
              <a:buClr>
                <a:srgbClr val="333333"/>
              </a:buClr>
              <a:buSzPts val="2600"/>
            </a:pP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NAT/PAT (Címfordítás)</a:t>
            </a:r>
          </a:p>
          <a:p>
            <a:pPr>
              <a:buClr>
                <a:srgbClr val="333333"/>
              </a:buClr>
              <a:buSzPts val="2600"/>
            </a:pP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Windows &amp; Linux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szerver</a:t>
            </a:r>
            <a:endParaRPr lang="hu-HU" sz="260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333333"/>
              </a:buClr>
              <a:buSzPts val="2600"/>
            </a:pPr>
            <a:endParaRPr sz="260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0245" y="1280159"/>
            <a:ext cx="5499755" cy="433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57">
          <a:extLst>
            <a:ext uri="{FF2B5EF4-FFF2-40B4-BE49-F238E27FC236}">
              <a16:creationId xmlns:a16="http://schemas.microsoft.com/office/drawing/2014/main" id="{88AD7485-28AE-013E-30EB-AB38AE1A3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>
            <a:extLst>
              <a:ext uri="{FF2B5EF4-FFF2-40B4-BE49-F238E27FC236}">
                <a16:creationId xmlns:a16="http://schemas.microsoft.com/office/drawing/2014/main" id="{74840674-2194-1843-25A6-F9AAE0C737C4}"/>
              </a:ext>
            </a:extLst>
          </p:cNvPr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>
            <a:extLst>
              <a:ext uri="{FF2B5EF4-FFF2-40B4-BE49-F238E27FC236}">
                <a16:creationId xmlns:a16="http://schemas.microsoft.com/office/drawing/2014/main" id="{3ECC99E5-53C6-395A-3815-7B7A35CD67ED}"/>
              </a:ext>
            </a:extLst>
          </p:cNvPr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hu-HU" sz="3800" b="1" i="0" u="none" strike="noStrike" cap="none" dirty="0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Projektmenedzsment és csapatmunka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>
            <a:extLst>
              <a:ext uri="{FF2B5EF4-FFF2-40B4-BE49-F238E27FC236}">
                <a16:creationId xmlns:a16="http://schemas.microsoft.com/office/drawing/2014/main" id="{03B2400F-8933-5A41-4E16-1C1161026133}"/>
              </a:ext>
            </a:extLst>
          </p:cNvPr>
          <p:cNvCxnSpPr>
            <a:cxnSpLocks/>
          </p:cNvCxnSpPr>
          <p:nvPr/>
        </p:nvCxnSpPr>
        <p:spPr>
          <a:xfrm>
            <a:off x="457200" y="1051560"/>
            <a:ext cx="7735824" cy="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5">
            <a:extLst>
              <a:ext uri="{FF2B5EF4-FFF2-40B4-BE49-F238E27FC236}">
                <a16:creationId xmlns:a16="http://schemas.microsoft.com/office/drawing/2014/main" id="{B3FB554E-41C1-4A47-2F25-6DE425F68026}"/>
              </a:ext>
            </a:extLst>
          </p:cNvPr>
          <p:cNvSpPr/>
          <p:nvPr/>
        </p:nvSpPr>
        <p:spPr>
          <a:xfrm>
            <a:off x="457200" y="2743200"/>
            <a:ext cx="9688909" cy="323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Agilis módszertan, fázisokra bontott </a:t>
            </a:r>
          </a:p>
          <a:p>
            <a:pPr lvl="0"/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   végrehajtás </a:t>
            </a:r>
          </a:p>
          <a:p>
            <a:pPr lvl="0"/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Trello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Kanban tábla a feladatok és </a:t>
            </a:r>
          </a:p>
          <a:p>
            <a:pPr lvl="0"/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   határidők nyomon követésére </a:t>
            </a:r>
          </a:p>
          <a:p>
            <a:pPr lvl="0"/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Szakmai munkamegosztás:</a:t>
            </a:r>
          </a:p>
          <a:p>
            <a:pPr lvl="1"/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  Morvay Gábor: Logikai tervezés, </a:t>
            </a:r>
          </a:p>
          <a:p>
            <a:pPr lvl="1"/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  IP-címzés, L3 </a:t>
            </a:r>
            <a:r>
              <a:rPr lang="hu-HU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routing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(OSPF, NAT) </a:t>
            </a:r>
          </a:p>
          <a:p>
            <a:pPr lvl="1"/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  Morvay Róbert: L2 hálózatépítés </a:t>
            </a:r>
          </a:p>
          <a:p>
            <a:pPr lvl="1"/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  (VLAN, STP), biztonság (ASA, VPN, ACL) </a:t>
            </a:r>
          </a:p>
          <a:p>
            <a:pPr lvl="1"/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  Suszter Enikő: Szerver infrastruktúra, </a:t>
            </a:r>
          </a:p>
          <a:p>
            <a:pPr lvl="1"/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  vezeték nélküli hálózatok, tesztelés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388A0C6-7797-501A-B157-FA0D67B6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701" y="2011684"/>
            <a:ext cx="6364289" cy="235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8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8"/>
          <p:cNvCxnSpPr/>
          <p:nvPr/>
        </p:nvCxnSpPr>
        <p:spPr>
          <a:xfrm>
            <a:off x="457200" y="1051560"/>
            <a:ext cx="4598100" cy="15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8"/>
          <p:cNvSpPr/>
          <p:nvPr/>
        </p:nvSpPr>
        <p:spPr>
          <a:xfrm>
            <a:off x="640075" y="1371600"/>
            <a:ext cx="5669400" cy="3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Tervezés</a:t>
            </a:r>
            <a:endParaRPr sz="26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Szimulált kiépítés</a:t>
            </a:r>
            <a:endParaRPr sz="26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Konfiguráció:</a:t>
            </a:r>
            <a:endParaRPr sz="26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Routerek 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Core switchek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Access switchek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Char char="●"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STP beállítás</a:t>
            </a:r>
            <a:endParaRPr sz="26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Hibaelhárítás és validáció</a:t>
            </a:r>
            <a:endParaRPr sz="26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 Dokumentáció készítés</a:t>
            </a:r>
            <a:endParaRPr sz="26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9"/>
          <p:cNvCxnSpPr/>
          <p:nvPr/>
        </p:nvCxnSpPr>
        <p:spPr>
          <a:xfrm>
            <a:off x="457200" y="1051560"/>
            <a:ext cx="4615800" cy="19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9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Tervezés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5441" y="1280159"/>
            <a:ext cx="6169627" cy="3905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8aaa95a1_0_0"/>
          <p:cNvSpPr/>
          <p:nvPr/>
        </p:nvSpPr>
        <p:spPr>
          <a:xfrm>
            <a:off x="0" y="0"/>
            <a:ext cx="12189000" cy="164700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a8aaa95a1_0_0"/>
          <p:cNvSpPr/>
          <p:nvPr/>
        </p:nvSpPr>
        <p:spPr>
          <a:xfrm>
            <a:off x="457200" y="32004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g3fa8aaa95a1_0_0"/>
          <p:cNvCxnSpPr/>
          <p:nvPr/>
        </p:nvCxnSpPr>
        <p:spPr>
          <a:xfrm>
            <a:off x="457200" y="1051560"/>
            <a:ext cx="4615800" cy="19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g3fa8aaa95a1_0_0"/>
          <p:cNvSpPr/>
          <p:nvPr/>
        </p:nvSpPr>
        <p:spPr>
          <a:xfrm>
            <a:off x="640080" y="1371600"/>
            <a:ext cx="5669400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hu-HU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Szimulált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kiépítés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g3fa8aaa95a1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6146" y="1371599"/>
            <a:ext cx="10841678" cy="53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0"/>
          <p:cNvCxnSpPr/>
          <p:nvPr/>
        </p:nvCxnSpPr>
        <p:spPr>
          <a:xfrm>
            <a:off x="457200" y="1051560"/>
            <a:ext cx="4606800" cy="19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10"/>
          <p:cNvSpPr/>
          <p:nvPr/>
        </p:nvSpPr>
        <p:spPr>
          <a:xfrm>
            <a:off x="596932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hu-HU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hu-HU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Eszköz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konfiguráció</a:t>
            </a:r>
            <a:r>
              <a:rPr lang="hu-HU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br>
              <a:rPr lang="hu-HU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hu-HU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	FŐ router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1510" y="1051560"/>
            <a:ext cx="5418490" cy="5456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1"/>
          <p:cNvCxnSpPr/>
          <p:nvPr/>
        </p:nvCxnSpPr>
        <p:spPr>
          <a:xfrm>
            <a:off x="457200" y="1051560"/>
            <a:ext cx="4659900" cy="10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11"/>
          <p:cNvSpPr/>
          <p:nvPr/>
        </p:nvSpPr>
        <p:spPr>
          <a:xfrm>
            <a:off x="68580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2600"/>
            </a:pP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Eszköz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konfiguráció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b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Core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switchek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1953" y="1280159"/>
            <a:ext cx="5830244" cy="2926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2"/>
          <p:cNvCxnSpPr/>
          <p:nvPr/>
        </p:nvCxnSpPr>
        <p:spPr>
          <a:xfrm rot="10800000" flipH="1">
            <a:off x="457200" y="1044360"/>
            <a:ext cx="4642200" cy="7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12"/>
          <p:cNvSpPr/>
          <p:nvPr/>
        </p:nvSpPr>
        <p:spPr>
          <a:xfrm>
            <a:off x="68580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2600"/>
            </a:pP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Eszköz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konfiguráció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b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Access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switchek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1010" y="987179"/>
            <a:ext cx="5265190" cy="3751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A megvalósítás lépései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13"/>
          <p:cNvCxnSpPr/>
          <p:nvPr/>
        </p:nvCxnSpPr>
        <p:spPr>
          <a:xfrm>
            <a:off x="457200" y="1051560"/>
            <a:ext cx="4686300" cy="10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13"/>
          <p:cNvSpPr/>
          <p:nvPr/>
        </p:nvSpPr>
        <p:spPr>
          <a:xfrm>
            <a:off x="68580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2600"/>
            </a:pP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Eszköz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konfiguráció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b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STP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beállítás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B946667-7E63-EBBE-0119-ACAA2D9A8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822" y="1604046"/>
            <a:ext cx="7816329" cy="33428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Hibaelhárítás és validálás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4"/>
          <p:cNvCxnSpPr/>
          <p:nvPr/>
        </p:nvCxnSpPr>
        <p:spPr>
          <a:xfrm>
            <a:off x="457200" y="1051560"/>
            <a:ext cx="5197800" cy="19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14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Ping tesztek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ACL teszt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STP ellenőrzés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Hibaelhárítás és validálás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5"/>
          <p:cNvCxnSpPr/>
          <p:nvPr/>
        </p:nvCxnSpPr>
        <p:spPr>
          <a:xfrm>
            <a:off x="457200" y="1051560"/>
            <a:ext cx="5189100" cy="19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15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Ping tesztek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0702" y="1280158"/>
            <a:ext cx="7206471" cy="4614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Hibaelhárítás és validálás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6"/>
          <p:cNvCxnSpPr/>
          <p:nvPr/>
        </p:nvCxnSpPr>
        <p:spPr>
          <a:xfrm>
            <a:off x="457200" y="1051560"/>
            <a:ext cx="5197800" cy="19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16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ACL teszt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6368" y="1238155"/>
            <a:ext cx="8966304" cy="2968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Hibaelhárítás és validálás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7"/>
          <p:cNvCxnSpPr/>
          <p:nvPr/>
        </p:nvCxnSpPr>
        <p:spPr>
          <a:xfrm>
            <a:off x="457200" y="1051560"/>
            <a:ext cx="5206800" cy="19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4" name="Google Shape;204;p17"/>
          <p:cNvSpPr/>
          <p:nvPr/>
        </p:nvSpPr>
        <p:spPr>
          <a:xfrm>
            <a:off x="541680" y="2256950"/>
            <a:ext cx="5669400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STP teszt -&gt; Switch1: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Eredmény -&gt; </a:t>
            </a: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Interface Role  Sts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              Gi0/1       Root  FWD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              Gi0/2       Altn   BLK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6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3994" y="1594560"/>
            <a:ext cx="6199523" cy="3907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Összegzés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8"/>
          <p:cNvCxnSpPr/>
          <p:nvPr/>
        </p:nvCxnSpPr>
        <p:spPr>
          <a:xfrm rot="10800000" flipH="1">
            <a:off x="457200" y="1035360"/>
            <a:ext cx="2128800" cy="16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18"/>
          <p:cNvSpPr/>
          <p:nvPr/>
        </p:nvSpPr>
        <p:spPr>
          <a:xfrm>
            <a:off x="640075" y="1371600"/>
            <a:ext cx="11088600" cy="4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Összességében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sikerült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kialakítani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egy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korszerű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szegmentált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redundáns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és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biztonságos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intézményi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hálózatot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1800" b="0" i="0" u="none" strike="noStrike" cap="none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ts val="2600"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projekt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során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elsajátított</a:t>
            </a:r>
            <a:r>
              <a:rPr lang="hu-HU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uk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333333"/>
              </a:buClr>
              <a:buSzPts val="2600"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Az a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gilis projektmenedzsment és csapatmunka gyakorlatát.</a:t>
            </a:r>
            <a:endParaRPr lang="hu-HU" sz="260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333333"/>
              </a:buClr>
              <a:buSzPts val="2600"/>
            </a:pP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logikai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tervezést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60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L2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és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L3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protokollok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összefüggéseit</a:t>
            </a: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hu-HU" sz="260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333333"/>
              </a:buClr>
              <a:buSzPts val="2600"/>
            </a:pPr>
            <a:r>
              <a:rPr lang="en-US" sz="260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Hardveres tűzfalak (ASA) és dinamikus </a:t>
            </a:r>
            <a:r>
              <a:rPr lang="hu-HU" sz="2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routing</a:t>
            </a:r>
            <a:r>
              <a:rPr lang="hu-HU" sz="2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(OSPF) alapjait.</a:t>
            </a:r>
            <a:endParaRPr sz="2600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Dokumentáció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szerepét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Továbbfejlesztési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lehetőségek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főbb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0" i="0" u="none" strike="noStrike" cap="none" dirty="0" err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ismereteit</a:t>
            </a:r>
            <a:r>
              <a:rPr lang="en-US" sz="26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3D91"/>
          </a:solidFill>
          <a:ln w="12700" cap="flat" cmpd="sng">
            <a:solidFill>
              <a:srgbClr val="0B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3D91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0B3D91"/>
                </a:solidFill>
                <a:latin typeface="Calibri"/>
                <a:ea typeface="Calibri"/>
                <a:cs typeface="Calibri"/>
                <a:sym typeface="Calibri"/>
              </a:rPr>
              <a:t>Köszönöm a figyelmet!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9"/>
          <p:cNvCxnSpPr/>
          <p:nvPr/>
        </p:nvCxnSpPr>
        <p:spPr>
          <a:xfrm>
            <a:off x="457200" y="1051560"/>
            <a:ext cx="4704000" cy="10200"/>
          </a:xfrm>
          <a:prstGeom prst="straightConnector1">
            <a:avLst/>
          </a:prstGeom>
          <a:noFill/>
          <a:ln w="12700" cap="flat" cmpd="sng">
            <a:solidFill>
              <a:srgbClr val="F28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p19"/>
          <p:cNvSpPr/>
          <p:nvPr/>
        </p:nvSpPr>
        <p:spPr>
          <a:xfrm>
            <a:off x="640080" y="137160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Köszönöm a figyelmüket, az oktatóim</a:t>
            </a:r>
            <a:endParaRPr sz="2600" b="0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és a vizsgabizottság támogatását!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6766560" y="1280160"/>
            <a:ext cx="4663440" cy="2926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CF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7589520" y="2423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Kép / képernyőkép helye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4537" y="1274542"/>
            <a:ext cx="5497383" cy="347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571</Words>
  <Application>Microsoft Office PowerPoint</Application>
  <PresentationFormat>Szélesvásznú</PresentationFormat>
  <Paragraphs>135</Paragraphs>
  <Slides>21</Slides>
  <Notes>21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Gabor Morvay</dc:creator>
  <cp:lastModifiedBy>Gabor Morvay</cp:lastModifiedBy>
  <cp:revision>1</cp:revision>
  <dcterms:created xsi:type="dcterms:W3CDTF">2026-08-25T11:33:06Z</dcterms:created>
  <dcterms:modified xsi:type="dcterms:W3CDTF">2026-09-11T11:18:30Z</dcterms:modified>
</cp:coreProperties>
</file>